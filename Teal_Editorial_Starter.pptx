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12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208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8" Type="http://schemas.openxmlformats.org/officeDocument/2006/relationships/presProps" Target="presProps.xml"/><Relationship Id="rId21" Type="http://schemas.openxmlformats.org/officeDocument/2006/relationships/tableStyles" Target="tableStyles.xml"/><Relationship Id="rId20" Type="http://schemas.openxmlformats.org/officeDocument/2006/relationships/theme" Target="theme/theme1.xml"/><Relationship Id="rId19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matchingName="01 Cover" showMasterSp="0">
  <p:cSld name="01 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0" y="0"/>
            <a:ext cx="6096000" cy="4114759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192000" y="4114759"/>
            <a:ext cx="3657586" cy="3086086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5849586" y="4114759"/>
            <a:ext cx="2438346" cy="3086086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2192000" y="7200845"/>
            <a:ext cx="6096000" cy="3086086"/>
          </a:xfrm>
          <a:prstGeom prst="rect">
            <a:avLst/>
          </a:prstGeom>
          <a:solidFill>
            <a:schemeClr val="lt1">
              <a:alpha val="90000"/>
            </a:schemeClr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43000" y="2199071"/>
            <a:ext cx="12192000" cy="5888858"/>
          </a:xfrm>
          <a:prstGeom prst="rect">
            <a:avLst/>
          </a:prstGeom>
          <a:solidFill>
            <a:schemeClr val="lt1"/>
          </a:solidFill>
          <a:ln/>
        </p:spPr>
        <p:txBody>
          <a:bodyPr/>
          <a:lstStyle/>
          <a:p>
            <a:endParaRPr lang="en-US" sz="2400" dirty="0">
              <a:latin typeface="+mn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095500" y="3193107"/>
            <a:ext cx="533346" cy="285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" name="Presentation type"/>
          <p:cNvSpPr>
            <a:spLocks noGrp="1"/>
          </p:cNvSpPr>
          <p:nvPr>
            <p:ph type="body" idx="1" hasCustomPrompt="1"/>
          </p:nvPr>
        </p:nvSpPr>
        <p:spPr>
          <a:xfrm>
            <a:off x="2800269" y="3079660"/>
            <a:ext cx="6400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presentation type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Presentation title"/>
          <p:cNvSpPr>
            <a:spLocks noGrp="1"/>
          </p:cNvSpPr>
          <p:nvPr>
            <p:ph type="ctrTitle" idx="0" hasCustomPrompt="1"/>
          </p:nvPr>
        </p:nvSpPr>
        <p:spPr>
          <a:xfrm>
            <a:off x="2095500" y="3587028"/>
            <a:ext cx="10595610" cy="2013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Click to add presentation title</a:t>
            </a:r>
            <a:endParaRPr lang="en-US" sz="7200" kern="0" spc="-86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0" name="Subtitle"/>
          <p:cNvSpPr>
            <a:spLocks noGrp="1"/>
          </p:cNvSpPr>
          <p:nvPr>
            <p:ph type="body" idx="3" hasCustomPrompt="1"/>
          </p:nvPr>
        </p:nvSpPr>
        <p:spPr>
          <a:xfrm>
            <a:off x="2095500" y="5752613"/>
            <a:ext cx="113157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subtitle</a:t>
            </a:r>
            <a:endParaRPr lang="en-US" sz="3000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95500" y="6647949"/>
            <a:ext cx="10287000" cy="1731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" name="Presenter"/>
          <p:cNvSpPr>
            <a:spLocks noGrp="1"/>
          </p:cNvSpPr>
          <p:nvPr>
            <p:ph type="body" idx="4" hasCustomPrompt="1"/>
          </p:nvPr>
        </p:nvSpPr>
        <p:spPr>
          <a:xfrm>
            <a:off x="2095499" y="6989104"/>
            <a:ext cx="9144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presenter</a:t>
            </a:r>
            <a:endParaRPr lang="en-US" sz="280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matchingName="02 Introduction + Bullets">
  <p:cSld name="02 Introduction + Bulle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 hasCustomPrompt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section label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 hasCustomPrompt="1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Click to add slide title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43000" y="2415075"/>
            <a:ext cx="56284" cy="82910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" name="Lead statement"/>
          <p:cNvSpPr>
            <a:spLocks noGrp="1"/>
          </p:cNvSpPr>
          <p:nvPr>
            <p:ph type="body" idx="3" hasCustomPrompt="1"/>
          </p:nvPr>
        </p:nvSpPr>
        <p:spPr>
          <a:xfrm>
            <a:off x="1504084" y="2415075"/>
            <a:ext cx="15315560" cy="86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lead statement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Main points"/>
          <p:cNvSpPr>
            <a:spLocks noGrp="1"/>
          </p:cNvSpPr>
          <p:nvPr>
            <p:ph type="body" idx="4" hasCustomPrompt="1"/>
          </p:nvPr>
        </p:nvSpPr>
        <p:spPr>
          <a:xfrm>
            <a:off x="1755496" y="3786633"/>
            <a:ext cx="14777008" cy="4568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8001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12573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17145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21717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2628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30861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35433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40005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main points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matchingName="03 Four Cards Across">
  <p:cSld name="03 Four Cards Across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 hasCustomPrompt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section label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 hasCustomPrompt="1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Click to add slide title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7" name="Subtitle"/>
          <p:cNvSpPr>
            <a:spLocks noGrp="1"/>
          </p:cNvSpPr>
          <p:nvPr>
            <p:ph type="body" idx="3" hasCustomPrompt="1"/>
          </p:nvPr>
        </p:nvSpPr>
        <p:spPr>
          <a:xfrm>
            <a:off x="1143000" y="2243584"/>
            <a:ext cx="16687800" cy="434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subtitle</a:t>
            </a:r>
            <a:endParaRPr lang="en-US" sz="2400" dirty="0">
              <a:solidFill>
                <a:schemeClr val="dk2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43000" y="3653449"/>
            <a:ext cx="3829009" cy="3247497"/>
          </a:xfrm>
          <a:prstGeom prst="rect">
            <a:avLst/>
          </a:prstGeom>
          <a:solidFill>
            <a:schemeClr val="l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43000" y="3653449"/>
            <a:ext cx="3829009" cy="562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0" name="Card 1 heading"/>
          <p:cNvSpPr>
            <a:spLocks noGrp="1"/>
          </p:cNvSpPr>
          <p:nvPr>
            <p:ph type="body" idx="4" hasCustomPrompt="1"/>
          </p:nvPr>
        </p:nvSpPr>
        <p:spPr>
          <a:xfrm>
            <a:off x="1426464" y="4096512"/>
            <a:ext cx="32461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card 1 heading</a:t>
            </a:r>
            <a:endParaRPr lang="en-US" sz="25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1" name="Card 1 description"/>
          <p:cNvSpPr>
            <a:spLocks noGrp="1"/>
          </p:cNvSpPr>
          <p:nvPr>
            <p:ph type="body" idx="5" hasCustomPrompt="1"/>
          </p:nvPr>
        </p:nvSpPr>
        <p:spPr>
          <a:xfrm>
            <a:off x="1426464" y="5120640"/>
            <a:ext cx="32461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card 1 description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00596" y="3653449"/>
            <a:ext cx="3829077" cy="3247497"/>
          </a:xfrm>
          <a:prstGeom prst="rect">
            <a:avLst/>
          </a:prstGeom>
          <a:solidFill>
            <a:schemeClr val="l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00596" y="3653449"/>
            <a:ext cx="3829077" cy="562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4" name="Card 2 heading"/>
          <p:cNvSpPr>
            <a:spLocks noGrp="1"/>
          </p:cNvSpPr>
          <p:nvPr>
            <p:ph type="body" idx="6" hasCustomPrompt="1"/>
          </p:nvPr>
        </p:nvSpPr>
        <p:spPr>
          <a:xfrm>
            <a:off x="5484114" y="4096512"/>
            <a:ext cx="32461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card 2 heading</a:t>
            </a:r>
            <a:endParaRPr lang="en-US" sz="25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5" name="Card 2 description"/>
          <p:cNvSpPr>
            <a:spLocks noGrp="1"/>
          </p:cNvSpPr>
          <p:nvPr>
            <p:ph type="body" idx="7" hasCustomPrompt="1"/>
          </p:nvPr>
        </p:nvSpPr>
        <p:spPr>
          <a:xfrm>
            <a:off x="5484114" y="5120640"/>
            <a:ext cx="32461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card 2 description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58259" y="3653449"/>
            <a:ext cx="3829077" cy="3247497"/>
          </a:xfrm>
          <a:prstGeom prst="rect">
            <a:avLst/>
          </a:prstGeom>
          <a:solidFill>
            <a:schemeClr val="l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258259" y="3653449"/>
            <a:ext cx="3829077" cy="562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8" name="Card 3 heading"/>
          <p:cNvSpPr>
            <a:spLocks noGrp="1"/>
          </p:cNvSpPr>
          <p:nvPr>
            <p:ph type="body" idx="8" hasCustomPrompt="1"/>
          </p:nvPr>
        </p:nvSpPr>
        <p:spPr>
          <a:xfrm>
            <a:off x="9541764" y="4096512"/>
            <a:ext cx="32461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card 3 heading</a:t>
            </a:r>
            <a:endParaRPr lang="en-US" sz="25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9" name="Card 3 description"/>
          <p:cNvSpPr>
            <a:spLocks noGrp="1"/>
          </p:cNvSpPr>
          <p:nvPr>
            <p:ph type="body" idx="9" hasCustomPrompt="1"/>
          </p:nvPr>
        </p:nvSpPr>
        <p:spPr>
          <a:xfrm>
            <a:off x="9541764" y="5120640"/>
            <a:ext cx="32461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card 3 description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3315922" y="3653449"/>
            <a:ext cx="3829077" cy="3247497"/>
          </a:xfrm>
          <a:prstGeom prst="rect">
            <a:avLst/>
          </a:prstGeom>
          <a:solidFill>
            <a:schemeClr val="l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3315922" y="3653449"/>
            <a:ext cx="3829077" cy="562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2" name="Card 4 heading"/>
          <p:cNvSpPr>
            <a:spLocks noGrp="1"/>
          </p:cNvSpPr>
          <p:nvPr>
            <p:ph type="body" idx="10" hasCustomPrompt="1"/>
          </p:nvPr>
        </p:nvSpPr>
        <p:spPr>
          <a:xfrm>
            <a:off x="13599414" y="4096512"/>
            <a:ext cx="32461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card 4 heading</a:t>
            </a:r>
            <a:endParaRPr lang="en-US" sz="25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3" name="Card 4 description"/>
          <p:cNvSpPr>
            <a:spLocks noGrp="1"/>
          </p:cNvSpPr>
          <p:nvPr>
            <p:ph type="body" idx="11" hasCustomPrompt="1"/>
          </p:nvPr>
        </p:nvSpPr>
        <p:spPr>
          <a:xfrm>
            <a:off x="13599414" y="5120640"/>
            <a:ext cx="32461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card 4 description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matchingName="04 Contrasting Panels">
  <p:cSld name="04 Contrasting Panel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 hasCustomPrompt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section label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 hasCustomPrompt="1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Click to add slide title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22145" y="2389204"/>
            <a:ext cx="7810500" cy="6881339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" name="Left panel heading"/>
          <p:cNvSpPr>
            <a:spLocks noGrp="1"/>
          </p:cNvSpPr>
          <p:nvPr>
            <p:ph type="body" idx="3" hasCustomPrompt="1"/>
          </p:nvPr>
        </p:nvSpPr>
        <p:spPr>
          <a:xfrm>
            <a:off x="1409673" y="2838404"/>
            <a:ext cx="590766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left panel heading</a:t>
            </a:r>
            <a:endParaRPr lang="en-US" sz="3000" dirty="0">
              <a:solidFill>
                <a:schemeClr val="l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0" name="Left panel points"/>
          <p:cNvSpPr>
            <a:spLocks noGrp="1"/>
          </p:cNvSpPr>
          <p:nvPr>
            <p:ph type="body" idx="4" hasCustomPrompt="1"/>
          </p:nvPr>
        </p:nvSpPr>
        <p:spPr>
          <a:xfrm>
            <a:off x="1847769" y="3793336"/>
            <a:ext cx="4965357" cy="3853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defPPr>
            <a:lvl1pPr marL="3429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1pPr>
            <a:lvl2pPr marL="8001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2pPr>
            <a:lvl3pPr marL="12573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3pPr>
            <a:lvl4pPr marL="17145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4pPr>
            <a:lvl5pPr marL="21717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5pPr>
            <a:lvl6pPr marL="26289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6pPr>
            <a:lvl7pPr marL="30861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7pPr>
            <a:lvl8pPr marL="35433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8pPr>
            <a:lvl9pPr marL="40005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pPr>
            <a:r>
              <a:rPr lang="en-US" sz="2600" dirty="0">
                <a:solidFill>
                  <a:schemeClr val="bg1"/>
                </a:solidFill>
                <a:latin typeface="+mn-lt"/>
                <a:cs typeface="Arial" pitchFamily="34" charset="-120"/>
              </a:rPr>
              <a:t>Click to add left panel points</a:t>
            </a:r>
            <a:endParaRPr lang="en-US" sz="2600" dirty="0">
              <a:solidFill>
                <a:schemeClr val="bg1"/>
              </a:solidFill>
              <a:latin typeface="+mn-lt"/>
              <a:cs typeface="Arial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34499" y="2415075"/>
            <a:ext cx="7810500" cy="6881339"/>
          </a:xfrm>
          <a:prstGeom prst="rect">
            <a:avLst/>
          </a:prstGeom>
          <a:solidFill>
            <a:schemeClr val="lt1"/>
          </a:solidFill>
          <a:ln w="17318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20" name="Right panel heading"/>
          <p:cNvSpPr>
            <a:spLocks noGrp="1"/>
          </p:cNvSpPr>
          <p:nvPr>
            <p:ph type="body" idx="5" hasCustomPrompt="1"/>
          </p:nvPr>
        </p:nvSpPr>
        <p:spPr>
          <a:xfrm>
            <a:off x="9589739" y="2693830"/>
            <a:ext cx="76314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right panel heading</a:t>
            </a:r>
            <a:endParaRPr lang="en-US" sz="3000" dirty="0">
              <a:solidFill>
                <a:schemeClr val="dk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2" name="Right panel points"/>
          <p:cNvSpPr>
            <a:spLocks noGrp="1"/>
          </p:cNvSpPr>
          <p:nvPr>
            <p:ph type="body" idx="6" hasCustomPrompt="1"/>
          </p:nvPr>
        </p:nvSpPr>
        <p:spPr>
          <a:xfrm>
            <a:off x="10653735" y="3391685"/>
            <a:ext cx="4633488" cy="5414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3429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8001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12573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17145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21717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26289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30861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35433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40005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right panel points</a:t>
            </a:r>
            <a:endParaRPr lang="en-US" sz="26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matchingName="05 Eight Detail Blocks">
  <p:cSld name="05 Eight Detail Block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 hasCustomPrompt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section label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 hasCustomPrompt="1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Click to add slide title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43000" y="2980019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" name="Block 1 heading"/>
          <p:cNvSpPr>
            <a:spLocks noGrp="1"/>
          </p:cNvSpPr>
          <p:nvPr>
            <p:ph type="body" idx="3" hasCustomPrompt="1"/>
          </p:nvPr>
        </p:nvSpPr>
        <p:spPr>
          <a:xfrm>
            <a:off x="1416573" y="2980019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1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9" name="Block 1 description"/>
          <p:cNvSpPr>
            <a:spLocks noGrp="1"/>
          </p:cNvSpPr>
          <p:nvPr>
            <p:ph type="body" idx="4" hasCustomPrompt="1"/>
          </p:nvPr>
        </p:nvSpPr>
        <p:spPr>
          <a:xfrm>
            <a:off x="1416573" y="3379961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1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524999" y="2980019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" name="Block 2 heading"/>
          <p:cNvSpPr>
            <a:spLocks noGrp="1"/>
          </p:cNvSpPr>
          <p:nvPr>
            <p:ph type="body" idx="5" hasCustomPrompt="1"/>
          </p:nvPr>
        </p:nvSpPr>
        <p:spPr>
          <a:xfrm>
            <a:off x="9798573" y="2980019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2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2" name="Block 2 description"/>
          <p:cNvSpPr>
            <a:spLocks noGrp="1"/>
          </p:cNvSpPr>
          <p:nvPr>
            <p:ph type="body" idx="6" hasCustomPrompt="1"/>
          </p:nvPr>
        </p:nvSpPr>
        <p:spPr>
          <a:xfrm>
            <a:off x="9798573" y="3379961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2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43000" y="4256153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4" name="Block 3 heading"/>
          <p:cNvSpPr>
            <a:spLocks noGrp="1"/>
          </p:cNvSpPr>
          <p:nvPr>
            <p:ph type="body" idx="7" hasCustomPrompt="1"/>
          </p:nvPr>
        </p:nvSpPr>
        <p:spPr>
          <a:xfrm>
            <a:off x="1416573" y="4256153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3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5" name="Block 3 description"/>
          <p:cNvSpPr>
            <a:spLocks noGrp="1"/>
          </p:cNvSpPr>
          <p:nvPr>
            <p:ph type="body" idx="8" hasCustomPrompt="1"/>
          </p:nvPr>
        </p:nvSpPr>
        <p:spPr>
          <a:xfrm>
            <a:off x="1416573" y="4656095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3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24999" y="4256153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7" name="Block 4 heading"/>
          <p:cNvSpPr>
            <a:spLocks noGrp="1"/>
          </p:cNvSpPr>
          <p:nvPr>
            <p:ph type="body" idx="9" hasCustomPrompt="1"/>
          </p:nvPr>
        </p:nvSpPr>
        <p:spPr>
          <a:xfrm>
            <a:off x="9798573" y="4256153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4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8" name="Block 4 description"/>
          <p:cNvSpPr>
            <a:spLocks noGrp="1"/>
          </p:cNvSpPr>
          <p:nvPr>
            <p:ph type="body" idx="10" hasCustomPrompt="1"/>
          </p:nvPr>
        </p:nvSpPr>
        <p:spPr>
          <a:xfrm>
            <a:off x="9798573" y="4656095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4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43000" y="5532287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0" name="Block 5 heading"/>
          <p:cNvSpPr>
            <a:spLocks noGrp="1"/>
          </p:cNvSpPr>
          <p:nvPr>
            <p:ph type="body" idx="11" hasCustomPrompt="1"/>
          </p:nvPr>
        </p:nvSpPr>
        <p:spPr>
          <a:xfrm>
            <a:off x="1416573" y="5532287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5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1" name="Block 5 description"/>
          <p:cNvSpPr>
            <a:spLocks noGrp="1"/>
          </p:cNvSpPr>
          <p:nvPr>
            <p:ph type="body" idx="12" hasCustomPrompt="1"/>
          </p:nvPr>
        </p:nvSpPr>
        <p:spPr>
          <a:xfrm>
            <a:off x="1416573" y="5932229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5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524999" y="5532287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3" name="Block 6 heading"/>
          <p:cNvSpPr>
            <a:spLocks noGrp="1"/>
          </p:cNvSpPr>
          <p:nvPr>
            <p:ph type="body" idx="13" hasCustomPrompt="1"/>
          </p:nvPr>
        </p:nvSpPr>
        <p:spPr>
          <a:xfrm>
            <a:off x="9798573" y="5532287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6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4" name="Block 6 description"/>
          <p:cNvSpPr>
            <a:spLocks noGrp="1"/>
          </p:cNvSpPr>
          <p:nvPr>
            <p:ph type="body" idx="14" hasCustomPrompt="1"/>
          </p:nvPr>
        </p:nvSpPr>
        <p:spPr>
          <a:xfrm>
            <a:off x="9798573" y="5932229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6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43000" y="6808420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6" name="Block 7 heading"/>
          <p:cNvSpPr>
            <a:spLocks noGrp="1"/>
          </p:cNvSpPr>
          <p:nvPr>
            <p:ph type="body" idx="15" hasCustomPrompt="1"/>
          </p:nvPr>
        </p:nvSpPr>
        <p:spPr>
          <a:xfrm>
            <a:off x="1416573" y="6808420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7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7" name="Block 7 description"/>
          <p:cNvSpPr>
            <a:spLocks noGrp="1"/>
          </p:cNvSpPr>
          <p:nvPr>
            <p:ph type="body" idx="16" hasCustomPrompt="1"/>
          </p:nvPr>
        </p:nvSpPr>
        <p:spPr>
          <a:xfrm>
            <a:off x="1416573" y="7208362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7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524999" y="6808420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9" name="Block 8 heading"/>
          <p:cNvSpPr>
            <a:spLocks noGrp="1"/>
          </p:cNvSpPr>
          <p:nvPr>
            <p:ph type="body" idx="17" hasCustomPrompt="1"/>
          </p:nvPr>
        </p:nvSpPr>
        <p:spPr>
          <a:xfrm>
            <a:off x="9798573" y="6808420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8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30" name="Block 8 description"/>
          <p:cNvSpPr>
            <a:spLocks noGrp="1"/>
          </p:cNvSpPr>
          <p:nvPr>
            <p:ph type="body" idx="18" hasCustomPrompt="1"/>
          </p:nvPr>
        </p:nvSpPr>
        <p:spPr>
          <a:xfrm>
            <a:off x="9798573" y="7208362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8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matchingName="06 Four Cards Grid">
  <p:cSld name="06 Four Cards Grid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 hasCustomPrompt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section label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 hasCustomPrompt="1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Click to add slide title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43000" y="3276552"/>
            <a:ext cx="7886673" cy="1699347"/>
          </a:xfrm>
          <a:prstGeom prst="rect">
            <a:avLst/>
          </a:prstGeom>
          <a:solidFill>
            <a:schemeClr val="l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43000" y="3276552"/>
            <a:ext cx="7886673" cy="562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" name="Card 1 text"/>
          <p:cNvSpPr>
            <a:spLocks noGrp="1"/>
          </p:cNvSpPr>
          <p:nvPr>
            <p:ph type="body" idx="3" hasCustomPrompt="1"/>
          </p:nvPr>
        </p:nvSpPr>
        <p:spPr>
          <a:xfrm>
            <a:off x="1428750" y="3637596"/>
            <a:ext cx="7534628" cy="103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card 1 text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258259" y="3276552"/>
            <a:ext cx="7886740" cy="1699347"/>
          </a:xfrm>
          <a:prstGeom prst="rect">
            <a:avLst/>
          </a:prstGeom>
          <a:solidFill>
            <a:schemeClr val="l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258259" y="3276552"/>
            <a:ext cx="7886740" cy="562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" name="Card 2 text"/>
          <p:cNvSpPr>
            <a:spLocks noGrp="1"/>
          </p:cNvSpPr>
          <p:nvPr>
            <p:ph type="body" idx="4" hasCustomPrompt="1"/>
          </p:nvPr>
        </p:nvSpPr>
        <p:spPr>
          <a:xfrm>
            <a:off x="9544009" y="3803471"/>
            <a:ext cx="7534697" cy="701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card 2 text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43000" y="5204485"/>
            <a:ext cx="7886673" cy="1699347"/>
          </a:xfrm>
          <a:prstGeom prst="rect">
            <a:avLst/>
          </a:prstGeom>
          <a:solidFill>
            <a:schemeClr val="l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43000" y="5204485"/>
            <a:ext cx="7886673" cy="562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5" name="Card 3 text"/>
          <p:cNvSpPr>
            <a:spLocks noGrp="1"/>
          </p:cNvSpPr>
          <p:nvPr>
            <p:ph type="body" idx="5" hasCustomPrompt="1"/>
          </p:nvPr>
        </p:nvSpPr>
        <p:spPr>
          <a:xfrm>
            <a:off x="1428750" y="5565528"/>
            <a:ext cx="7534628" cy="103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card 3 text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58259" y="5204485"/>
            <a:ext cx="7886740" cy="1699347"/>
          </a:xfrm>
          <a:prstGeom prst="rect">
            <a:avLst/>
          </a:prstGeom>
          <a:solidFill>
            <a:schemeClr val="l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258259" y="5204485"/>
            <a:ext cx="7886740" cy="5628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8" name="Card 4 text"/>
          <p:cNvSpPr>
            <a:spLocks noGrp="1"/>
          </p:cNvSpPr>
          <p:nvPr>
            <p:ph type="body" idx="6" hasCustomPrompt="1"/>
          </p:nvPr>
        </p:nvSpPr>
        <p:spPr>
          <a:xfrm>
            <a:off x="9544009" y="5565528"/>
            <a:ext cx="7534697" cy="103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card 4 text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matchingName="07 Two Columns + Takeaway">
  <p:cSld name="07 Two Columns + Takeawa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 hasCustomPrompt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section label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 hasCustomPrompt="1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Click to add slide title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8" name="Left column points"/>
          <p:cNvSpPr>
            <a:spLocks noGrp="1"/>
          </p:cNvSpPr>
          <p:nvPr>
            <p:ph type="body" idx="3" hasCustomPrompt="1"/>
          </p:nvPr>
        </p:nvSpPr>
        <p:spPr>
          <a:xfrm>
            <a:off x="1247721" y="2848715"/>
            <a:ext cx="7896279" cy="4897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8001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12573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17145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21717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2628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30861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35433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40005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left column points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43000" y="8275317"/>
            <a:ext cx="16002000" cy="102109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0" name="Takeaway"/>
          <p:cNvSpPr>
            <a:spLocks noGrp="1"/>
          </p:cNvSpPr>
          <p:nvPr>
            <p:ph type="body" idx="4" hasCustomPrompt="1"/>
          </p:nvPr>
        </p:nvSpPr>
        <p:spPr>
          <a:xfrm>
            <a:off x="1524000" y="8561067"/>
            <a:ext cx="15720060" cy="449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takeaway</a:t>
            </a:r>
            <a:endParaRPr lang="en-US" sz="2400" dirty="0">
              <a:solidFill>
                <a:schemeClr val="l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4" name="Right column points">
            <a:extLst>
              <a:ext uri="{FF2B5EF4-FFF2-40B4-BE49-F238E27FC236}">
                <a16:creationId xmlns:a16="http://schemas.microsoft.com/office/drawing/2014/main" id="{92DD54A6-B0C5-6288-4FD5-795D21E9D31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9420225" y="2848716"/>
            <a:ext cx="7896279" cy="4897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3429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8001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12573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17145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21717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26289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30861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35433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40005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3429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right column points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matchingName="08 Six Detail Blocks + Takeaway">
  <p:cSld name="08 Six Detail Blocks + Takeawa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 hasCustomPrompt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section label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 hasCustomPrompt="1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Click to add slide title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43000" y="3008089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" name="Block 1 heading"/>
          <p:cNvSpPr>
            <a:spLocks noGrp="1"/>
          </p:cNvSpPr>
          <p:nvPr>
            <p:ph type="body" idx="3" hasCustomPrompt="1"/>
          </p:nvPr>
        </p:nvSpPr>
        <p:spPr>
          <a:xfrm>
            <a:off x="1416573" y="3008089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1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9" name="Block 1 description"/>
          <p:cNvSpPr>
            <a:spLocks noGrp="1"/>
          </p:cNvSpPr>
          <p:nvPr>
            <p:ph type="body" idx="4" hasCustomPrompt="1"/>
          </p:nvPr>
        </p:nvSpPr>
        <p:spPr>
          <a:xfrm>
            <a:off x="1416573" y="3408031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1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524999" y="3008089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" name="Block 2 heading"/>
          <p:cNvSpPr>
            <a:spLocks noGrp="1"/>
          </p:cNvSpPr>
          <p:nvPr>
            <p:ph type="body" idx="5" hasCustomPrompt="1"/>
          </p:nvPr>
        </p:nvSpPr>
        <p:spPr>
          <a:xfrm>
            <a:off x="9798573" y="3008089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2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2" name="Block 2 description"/>
          <p:cNvSpPr>
            <a:spLocks noGrp="1"/>
          </p:cNvSpPr>
          <p:nvPr>
            <p:ph type="body" idx="6" hasCustomPrompt="1"/>
          </p:nvPr>
        </p:nvSpPr>
        <p:spPr>
          <a:xfrm>
            <a:off x="9798573" y="3408031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2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43000" y="4284223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4" name="Block 3 heading"/>
          <p:cNvSpPr>
            <a:spLocks noGrp="1"/>
          </p:cNvSpPr>
          <p:nvPr>
            <p:ph type="body" idx="7" hasCustomPrompt="1"/>
          </p:nvPr>
        </p:nvSpPr>
        <p:spPr>
          <a:xfrm>
            <a:off x="1416573" y="4284223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3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5" name="Block 3 description"/>
          <p:cNvSpPr>
            <a:spLocks noGrp="1"/>
          </p:cNvSpPr>
          <p:nvPr>
            <p:ph type="body" idx="8" hasCustomPrompt="1"/>
          </p:nvPr>
        </p:nvSpPr>
        <p:spPr>
          <a:xfrm>
            <a:off x="1416573" y="4684164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3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24999" y="4284223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7" name="Block 4 heading"/>
          <p:cNvSpPr>
            <a:spLocks noGrp="1"/>
          </p:cNvSpPr>
          <p:nvPr>
            <p:ph type="body" idx="9" hasCustomPrompt="1"/>
          </p:nvPr>
        </p:nvSpPr>
        <p:spPr>
          <a:xfrm>
            <a:off x="9798573" y="4284223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4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8" name="Block 4 description"/>
          <p:cNvSpPr>
            <a:spLocks noGrp="1"/>
          </p:cNvSpPr>
          <p:nvPr>
            <p:ph type="body" idx="10" hasCustomPrompt="1"/>
          </p:nvPr>
        </p:nvSpPr>
        <p:spPr>
          <a:xfrm>
            <a:off x="9798573" y="4684164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4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43000" y="5560356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0" name="Block 5 heading"/>
          <p:cNvSpPr>
            <a:spLocks noGrp="1"/>
          </p:cNvSpPr>
          <p:nvPr>
            <p:ph type="body" idx="11" hasCustomPrompt="1"/>
          </p:nvPr>
        </p:nvSpPr>
        <p:spPr>
          <a:xfrm>
            <a:off x="1416573" y="5560356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5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1" name="Block 5 description"/>
          <p:cNvSpPr>
            <a:spLocks noGrp="1"/>
          </p:cNvSpPr>
          <p:nvPr>
            <p:ph type="body" idx="12" hasCustomPrompt="1"/>
          </p:nvPr>
        </p:nvSpPr>
        <p:spPr>
          <a:xfrm>
            <a:off x="1416573" y="5960298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5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524999" y="5560356"/>
            <a:ext cx="25977" cy="102853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3" name="Block 6 heading"/>
          <p:cNvSpPr>
            <a:spLocks noGrp="1"/>
          </p:cNvSpPr>
          <p:nvPr>
            <p:ph type="body" idx="13" hasCustomPrompt="1"/>
          </p:nvPr>
        </p:nvSpPr>
        <p:spPr>
          <a:xfrm>
            <a:off x="9798573" y="5560356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block 6 heading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4" name="Block 6 description"/>
          <p:cNvSpPr>
            <a:spLocks noGrp="1"/>
          </p:cNvSpPr>
          <p:nvPr>
            <p:ph type="body" idx="14" hasCustomPrompt="1"/>
          </p:nvPr>
        </p:nvSpPr>
        <p:spPr>
          <a:xfrm>
            <a:off x="9798573" y="5960298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block 6 description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43000" y="8275317"/>
            <a:ext cx="16002000" cy="102109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6" name="Takeaway"/>
          <p:cNvSpPr>
            <a:spLocks noGrp="1"/>
          </p:cNvSpPr>
          <p:nvPr>
            <p:ph type="body" idx="15" hasCustomPrompt="1"/>
          </p:nvPr>
        </p:nvSpPr>
        <p:spPr>
          <a:xfrm>
            <a:off x="1524000" y="8561067"/>
            <a:ext cx="15720060" cy="449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takeaway</a:t>
            </a:r>
            <a:endParaRPr lang="en-US" sz="2400" dirty="0">
              <a:solidFill>
                <a:schemeClr val="l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matchingName="09 Bullet List + Takeaway">
  <p:cSld name="09 Bullet List + Takeawa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 hasCustomPrompt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section label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 hasCustomPrompt="1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Click to add slide title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8" name="Main points"/>
          <p:cNvSpPr>
            <a:spLocks noGrp="1"/>
          </p:cNvSpPr>
          <p:nvPr>
            <p:ph type="body" idx="3" hasCustomPrompt="1"/>
          </p:nvPr>
        </p:nvSpPr>
        <p:spPr>
          <a:xfrm>
            <a:off x="1383030" y="2592745"/>
            <a:ext cx="16001999" cy="4822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8001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12573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17145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21717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2628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30861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35433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40005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main points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43000" y="8275317"/>
            <a:ext cx="16002000" cy="102109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6" name="Takeaway"/>
          <p:cNvSpPr>
            <a:spLocks noGrp="1"/>
          </p:cNvSpPr>
          <p:nvPr>
            <p:ph type="body" idx="4" hasCustomPrompt="1"/>
          </p:nvPr>
        </p:nvSpPr>
        <p:spPr>
          <a:xfrm>
            <a:off x="1524000" y="8561067"/>
            <a:ext cx="15720060" cy="449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rPr>
              <a:t>Click to add takeaway</a:t>
            </a:r>
            <a:endParaRPr lang="en-US" sz="2400" dirty="0">
              <a:solidFill>
                <a:schemeClr val="l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matchingName="10 Case Study + Discussion">
  <p:cSld name="10 Case Study + Discuss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 hasCustomPrompt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section label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 hasCustomPrompt="1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Click to add slide title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43000" y="3122143"/>
            <a:ext cx="7772413" cy="5467201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" name="Case label"/>
          <p:cNvSpPr>
            <a:spLocks noGrp="1"/>
          </p:cNvSpPr>
          <p:nvPr>
            <p:ph type="body" idx="3" hasCustomPrompt="1"/>
          </p:nvPr>
        </p:nvSpPr>
        <p:spPr>
          <a:xfrm>
            <a:off x="1600173" y="3541230"/>
            <a:ext cx="6400800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rPr>
              <a:t>Click to add case label</a:t>
            </a:r>
            <a:endParaRPr lang="en-US" sz="1500" b="1" kern="0" spc="210" dirty="0">
              <a:solidFill>
                <a:schemeClr val="lt1">
                  <a:alpha val="85000"/>
                </a:schemeClr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Case narrative"/>
          <p:cNvSpPr>
            <a:spLocks noGrp="1"/>
          </p:cNvSpPr>
          <p:nvPr>
            <p:ph type="body" idx="4" hasCustomPrompt="1"/>
          </p:nvPr>
        </p:nvSpPr>
        <p:spPr>
          <a:xfrm>
            <a:off x="1600173" y="3967217"/>
            <a:ext cx="7063809" cy="4203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case narrative</a:t>
            </a:r>
            <a:endParaRPr lang="en-US" sz="2100" dirty="0">
              <a:solidFill>
                <a:schemeClr val="l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372586" y="3225506"/>
            <a:ext cx="533346" cy="285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" name="Discussion label"/>
          <p:cNvSpPr>
            <a:spLocks noGrp="1"/>
          </p:cNvSpPr>
          <p:nvPr>
            <p:ph type="body" idx="5" hasCustomPrompt="1"/>
          </p:nvPr>
        </p:nvSpPr>
        <p:spPr>
          <a:xfrm>
            <a:off x="10077355" y="3112058"/>
            <a:ext cx="6400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discussion label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Discussion prompts"/>
          <p:cNvSpPr>
            <a:spLocks noGrp="1"/>
          </p:cNvSpPr>
          <p:nvPr>
            <p:ph type="body" idx="6" hasCustomPrompt="1"/>
          </p:nvPr>
        </p:nvSpPr>
        <p:spPr>
          <a:xfrm>
            <a:off x="9420225" y="3668518"/>
            <a:ext cx="7724775" cy="4931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3429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8001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12573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17145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21717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26289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30861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35433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40005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Click to add discussion prompts</a:t>
            </a:r>
            <a:endParaRPr lang="en-US" sz="2025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eal Editorial — shared bran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6673" cy="10287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66673" cy="339470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994037"/>
            <a:ext cx="533346" cy="285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7" name="EDIT HERE: presentation footer"/>
          <p:cNvSpPr/>
          <p:nvPr/>
        </p:nvSpPr>
        <p:spPr>
          <a:xfrm>
            <a:off x="1143000" y="9565724"/>
            <a:ext cx="14173200" cy="302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buNone/>
              <a:defRPr lang="en-US" sz="1800" b="1" kern="0" spc="72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72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72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72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72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72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72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72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72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72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72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72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Presentation title • Presenter / Organisation</a:t>
            </a:r>
            <a:endParaRPr lang="en-US" sz="1800" b="1" kern="0" spc="72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6624777" y="9640612"/>
            <a:ext cx="114259" cy="114259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9" name="Automatic slide number — do not replace with plain text"/>
          <p:cNvSpPr/>
          <p:nvPr/>
        </p:nvSpPr>
        <p:spPr>
          <a:xfrm>
            <a:off x="16872374" y="9570054"/>
            <a:ext cx="348825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72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72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72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72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72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72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72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72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72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72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72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fld id="{8ebed5f0-9c3c-5819-9987-e6151580b69b}" type="slidenum">
              <a:rPr lang="en-US" sz="1800" b="1" kern="0" spc="72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1</a:t>
            </a:fld>
            <a:endParaRPr lang="en-US" sz="1800" b="1" kern="0" spc="72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1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Georgia"/>
        <a:buChar char="▪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Georgia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Georgia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Georgia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Georgia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Georgia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Georgia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Georgia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1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esentation type"/>
          <p:cNvSpPr>
            <a:spLocks noGrp="1"/>
          </p:cNvSpPr>
          <p:nvPr>
            <p:ph type="body" idx="1"/>
          </p:nvPr>
        </p:nvSpPr>
        <p:spPr>
          <a:xfrm>
            <a:off x="2800269" y="3079660"/>
            <a:ext cx="6400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PRESENTATION TEMPLATE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Presentation title"/>
          <p:cNvSpPr>
            <a:spLocks noGrp="1"/>
          </p:cNvSpPr>
          <p:nvPr>
            <p:ph type="ctrTitle" idx="0"/>
          </p:nvPr>
        </p:nvSpPr>
        <p:spPr>
          <a:xfrm>
            <a:off x="2095500" y="3587028"/>
            <a:ext cx="10595610" cy="2013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Your presentation</a:t>
            </a:r>
            <a:endParaRPr lang="en-US" sz="7200" kern="0" spc="-86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  <a:p>
            <a:pPr marL="0" indent="0" algn="l">
              <a:lnSpc>
                <a:spcPct val="95040"/>
              </a:lnSpc>
              <a:buNone/>
              <a:def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7200" kern="0" spc="-86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title</a:t>
            </a:r>
            <a:endParaRPr lang="en-US" sz="7200" kern="0" spc="-86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0" name="Subtitle"/>
          <p:cNvSpPr>
            <a:spLocks noGrp="1"/>
          </p:cNvSpPr>
          <p:nvPr>
            <p:ph type="body" idx="3"/>
          </p:nvPr>
        </p:nvSpPr>
        <p:spPr>
          <a:xfrm>
            <a:off x="2095500" y="5752613"/>
            <a:ext cx="113157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0000"/>
              </a:lnSpc>
              <a:buNone/>
              <a:def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3000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A clear subtitle or short description</a:t>
            </a:r>
            <a:endParaRPr lang="en-US" sz="3000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2" name="Presenter"/>
          <p:cNvSpPr>
            <a:spLocks noGrp="1"/>
          </p:cNvSpPr>
          <p:nvPr>
            <p:ph type="body" idx="4"/>
          </p:nvPr>
        </p:nvSpPr>
        <p:spPr>
          <a:xfrm>
            <a:off x="2095499" y="6989104"/>
            <a:ext cx="9144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80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Presenter name • Organisation</a:t>
            </a:r>
            <a:endParaRPr lang="en-US" sz="280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2 Introduction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GETTING STARTED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Build your presentation from these layouts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8" name="Lead statement"/>
          <p:cNvSpPr>
            <a:spLocks noGrp="1"/>
          </p:cNvSpPr>
          <p:nvPr>
            <p:ph type="body" idx="3"/>
          </p:nvPr>
        </p:nvSpPr>
        <p:spPr>
          <a:xfrm>
            <a:off x="1504084" y="2415075"/>
            <a:ext cx="15315560" cy="8672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8202"/>
              </a:lnSpc>
              <a:buNone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Use Home → New Slide → Layout to choose a design. Click a placeholder and replace its text.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Main points"/>
          <p:cNvSpPr>
            <a:spLocks noGrp="1"/>
          </p:cNvSpPr>
          <p:nvPr>
            <p:ph type="body" idx="4"/>
          </p:nvPr>
        </p:nvSpPr>
        <p:spPr>
          <a:xfrm>
            <a:off x="1755496" y="3786633"/>
            <a:ext cx="14777008" cy="4568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8001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12573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17145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21717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2628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30861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35433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40005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Choose a layout that fits your message.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Keep each slide focused on one idea.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Use Home → Reset to restore placeholder positions.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Duplicate these examples or insert a fresh slide from the layout gallery.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3 Four Cards Ac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FOUR KEY IDEAS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Compare four ideas at a glance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7" name="Subtitle"/>
          <p:cNvSpPr>
            <a:spLocks noGrp="1"/>
          </p:cNvSpPr>
          <p:nvPr>
            <p:ph type="body" idx="3"/>
          </p:nvPr>
        </p:nvSpPr>
        <p:spPr>
          <a:xfrm>
            <a:off x="1143000" y="2243584"/>
            <a:ext cx="16687800" cy="434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4400"/>
              </a:lnSpc>
              <a:buNone/>
              <a:def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400" dirty="0">
                <a:solidFill>
                  <a:schemeClr val="dk2"/>
                </a:solidFill>
                <a:latin typeface="+mn-lt"/>
                <a:ea typeface="Georgia" pitchFamily="34" charset="-122"/>
                <a:cs typeface="Georgia" pitchFamily="34" charset="-120"/>
              </a:rPr>
              <a:t>Use short headings and a few lines of supporting text.</a:t>
            </a:r>
            <a:endParaRPr lang="en-US" sz="2400" dirty="0">
              <a:solidFill>
                <a:schemeClr val="dk2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0" name="Card 1 heading"/>
          <p:cNvSpPr>
            <a:spLocks noGrp="1"/>
          </p:cNvSpPr>
          <p:nvPr>
            <p:ph type="body" idx="4"/>
          </p:nvPr>
        </p:nvSpPr>
        <p:spPr>
          <a:xfrm>
            <a:off x="1426464" y="4096512"/>
            <a:ext cx="32461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Key idea 1</a:t>
            </a:r>
            <a:endParaRPr lang="en-US" sz="25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1" name="Card 1 description"/>
          <p:cNvSpPr>
            <a:spLocks noGrp="1"/>
          </p:cNvSpPr>
          <p:nvPr>
            <p:ph type="body" idx="5"/>
          </p:nvPr>
        </p:nvSpPr>
        <p:spPr>
          <a:xfrm>
            <a:off x="1426464" y="5120640"/>
            <a:ext cx="32461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Explain the idea in one or two sentences. Keep each card similar in length.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Card 2 heading"/>
          <p:cNvSpPr>
            <a:spLocks noGrp="1"/>
          </p:cNvSpPr>
          <p:nvPr>
            <p:ph type="body" idx="6"/>
          </p:nvPr>
        </p:nvSpPr>
        <p:spPr>
          <a:xfrm>
            <a:off x="5484114" y="4096512"/>
            <a:ext cx="32461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Key idea 2</a:t>
            </a:r>
            <a:endParaRPr lang="en-US" sz="25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5" name="Card 2 description"/>
          <p:cNvSpPr>
            <a:spLocks noGrp="1"/>
          </p:cNvSpPr>
          <p:nvPr>
            <p:ph type="body" idx="7"/>
          </p:nvPr>
        </p:nvSpPr>
        <p:spPr>
          <a:xfrm>
            <a:off x="5484114" y="5120640"/>
            <a:ext cx="32461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Explain the idea in one or two sentences. Keep each card similar in length.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Card 3 heading"/>
          <p:cNvSpPr>
            <a:spLocks noGrp="1"/>
          </p:cNvSpPr>
          <p:nvPr>
            <p:ph type="body" idx="8"/>
          </p:nvPr>
        </p:nvSpPr>
        <p:spPr>
          <a:xfrm>
            <a:off x="9541764" y="4096512"/>
            <a:ext cx="32461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Key idea 3</a:t>
            </a:r>
            <a:endParaRPr lang="en-US" sz="25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9" name="Card 3 description"/>
          <p:cNvSpPr>
            <a:spLocks noGrp="1"/>
          </p:cNvSpPr>
          <p:nvPr>
            <p:ph type="body" idx="9"/>
          </p:nvPr>
        </p:nvSpPr>
        <p:spPr>
          <a:xfrm>
            <a:off x="9541764" y="5120640"/>
            <a:ext cx="32461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Explain the idea in one or two sentences. Keep each card similar in length.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Card 4 heading"/>
          <p:cNvSpPr>
            <a:spLocks noGrp="1"/>
          </p:cNvSpPr>
          <p:nvPr>
            <p:ph type="body" idx="10"/>
          </p:nvPr>
        </p:nvSpPr>
        <p:spPr>
          <a:xfrm>
            <a:off x="13599414" y="4096512"/>
            <a:ext cx="32461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2080"/>
              </a:lnSpc>
              <a:buNone/>
              <a:def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5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Key idea 4</a:t>
            </a:r>
            <a:endParaRPr lang="en-US" sz="25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3" name="Card 4 description"/>
          <p:cNvSpPr>
            <a:spLocks noGrp="1"/>
          </p:cNvSpPr>
          <p:nvPr>
            <p:ph type="body" idx="11"/>
          </p:nvPr>
        </p:nvSpPr>
        <p:spPr>
          <a:xfrm>
            <a:off x="13599414" y="5120640"/>
            <a:ext cx="3246120" cy="1508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Explain the idea in one or two sentences. Keep each card similar in length.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4 Contrasting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COMPARISON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Show two contrasting perspectives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8" name="Left panel heading"/>
          <p:cNvSpPr>
            <a:spLocks noGrp="1"/>
          </p:cNvSpPr>
          <p:nvPr>
            <p:ph type="body" idx="3"/>
          </p:nvPr>
        </p:nvSpPr>
        <p:spPr>
          <a:xfrm>
            <a:off x="1409673" y="2838404"/>
            <a:ext cx="590766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0000"/>
              </a:lnSpc>
              <a:buNone/>
              <a:def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30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rPr>
              <a:t>Current approach</a:t>
            </a:r>
            <a:endParaRPr lang="en-US" sz="3000" dirty="0">
              <a:solidFill>
                <a:schemeClr val="l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0" name="Left panel points"/>
          <p:cNvSpPr>
            <a:spLocks noGrp="1"/>
          </p:cNvSpPr>
          <p:nvPr>
            <p:ph type="body" idx="4"/>
          </p:nvPr>
        </p:nvSpPr>
        <p:spPr>
          <a:xfrm>
            <a:off x="1847769" y="3793336"/>
            <a:ext cx="4965357" cy="3853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defPPr>
            <a:lvl1pPr marL="3429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1pPr>
            <a:lvl2pPr marL="8001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2pPr>
            <a:lvl3pPr marL="12573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3pPr>
            <a:lvl4pPr marL="17145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4pPr>
            <a:lvl5pPr marL="21717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5pPr>
            <a:lvl6pPr marL="26289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6pPr>
            <a:lvl7pPr marL="30861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7pPr>
            <a:lvl8pPr marL="35433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8pPr>
            <a:lvl9pPr marL="40005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pPr>
            <a:r>
              <a:rPr lang="en-US" sz="2600" dirty="0">
                <a:solidFill>
                  <a:schemeClr val="bg1"/>
                </a:solidFill>
                <a:latin typeface="+mn-lt"/>
                <a:cs typeface="Arial" pitchFamily="34" charset="-120"/>
              </a:rPr>
              <a:t>Describe the starting point.</a:t>
            </a:r>
            <a:endParaRPr lang="en-US" sz="2600" dirty="0">
              <a:solidFill>
                <a:schemeClr val="bg1"/>
              </a:solidFill>
              <a:latin typeface="+mn-lt"/>
              <a:cs typeface="Arial" pitchFamily="34" charset="-12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pPr>
            <a:r>
              <a:rPr lang="en-US" sz="2600" dirty="0">
                <a:solidFill>
                  <a:schemeClr val="bg1"/>
                </a:solidFill>
                <a:latin typeface="+mn-lt"/>
                <a:cs typeface="Arial" pitchFamily="34" charset="-120"/>
              </a:rPr>
              <a:t>Identify the main challenge.</a:t>
            </a:r>
            <a:endParaRPr lang="en-US" sz="2600" dirty="0">
              <a:solidFill>
                <a:schemeClr val="bg1"/>
              </a:solidFill>
              <a:latin typeface="+mn-lt"/>
              <a:cs typeface="Arial" pitchFamily="34" charset="-12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pPr>
            <a:r>
              <a:rPr lang="en-US" sz="2600" dirty="0">
                <a:solidFill>
                  <a:schemeClr val="bg1"/>
                </a:solidFill>
                <a:latin typeface="+mn-lt"/>
                <a:cs typeface="Arial" pitchFamily="34" charset="-120"/>
              </a:rPr>
              <a:t>Name an important constraint.</a:t>
            </a:r>
            <a:endParaRPr lang="en-US" sz="2600" dirty="0">
              <a:solidFill>
                <a:schemeClr val="bg1"/>
              </a:solidFill>
              <a:latin typeface="+mn-lt"/>
              <a:cs typeface="Arial" pitchFamily="34" charset="-12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bg1"/>
                </a:solidFill>
                <a:latin typeface="+mn-lt"/>
                <a:cs typeface="Arial" pitchFamily="34" charset="-120"/>
              </a:defRPr>
            </a:pPr>
            <a:r>
              <a:rPr lang="en-US" sz="2600" dirty="0">
                <a:solidFill>
                  <a:schemeClr val="bg1"/>
                </a:solidFill>
                <a:latin typeface="+mn-lt"/>
                <a:cs typeface="Arial" pitchFamily="34" charset="-120"/>
              </a:rPr>
              <a:t>Explain what needs to change.</a:t>
            </a:r>
            <a:endParaRPr lang="en-US" sz="2600" dirty="0">
              <a:solidFill>
                <a:schemeClr val="bg1"/>
              </a:solidFill>
              <a:latin typeface="+mn-lt"/>
              <a:cs typeface="Arial" pitchFamily="34" charset="-120"/>
            </a:endParaRPr>
          </a:p>
        </p:txBody>
      </p:sp>
      <p:sp>
        <p:nvSpPr>
          <p:cNvPr id="20" name="Right panel heading"/>
          <p:cNvSpPr>
            <a:spLocks noGrp="1"/>
          </p:cNvSpPr>
          <p:nvPr>
            <p:ph type="body" idx="5"/>
          </p:nvPr>
        </p:nvSpPr>
        <p:spPr>
          <a:xfrm>
            <a:off x="9589739" y="2693830"/>
            <a:ext cx="76314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0000"/>
              </a:lnSpc>
              <a:buNone/>
              <a:def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3000" dirty="0">
                <a:solidFill>
                  <a:schemeClr val="dk1"/>
                </a:solidFill>
                <a:latin typeface="+mn-lt"/>
                <a:ea typeface="Georgia" pitchFamily="34" charset="-122"/>
                <a:cs typeface="Georgia" pitchFamily="34" charset="-120"/>
              </a:rPr>
              <a:t>Proposed approach</a:t>
            </a:r>
            <a:endParaRPr lang="en-US" sz="3000" dirty="0">
              <a:solidFill>
                <a:schemeClr val="dk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2" name="Right panel points"/>
          <p:cNvSpPr>
            <a:spLocks noGrp="1"/>
          </p:cNvSpPr>
          <p:nvPr>
            <p:ph type="body" idx="6"/>
          </p:nvPr>
        </p:nvSpPr>
        <p:spPr>
          <a:xfrm>
            <a:off x="10653735" y="3391685"/>
            <a:ext cx="4633488" cy="5414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3429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8001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12573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17145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21717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26289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30861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35433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40005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Describe the desired outcome.</a:t>
            </a:r>
            <a:endParaRPr lang="en-US" sz="26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Explain the alternative.</a:t>
            </a:r>
            <a:endParaRPr lang="en-US" sz="26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Highlight a practical benefit.</a:t>
            </a:r>
            <a:endParaRPr lang="en-US" sz="26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35000"/>
              <a:buFont typeface="Georgia"/>
              <a:buChar char="▪"/>
              <a:def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6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Identify the next step.</a:t>
            </a:r>
            <a:endParaRPr lang="en-US" sz="26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5 Eight Detail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OVERVIEW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Summarise eight related concepts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8" name="Block 1 heading"/>
          <p:cNvSpPr>
            <a:spLocks noGrp="1"/>
          </p:cNvSpPr>
          <p:nvPr>
            <p:ph type="body" idx="3"/>
          </p:nvPr>
        </p:nvSpPr>
        <p:spPr>
          <a:xfrm>
            <a:off x="1416573" y="2980019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Concept 1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9" name="Block 1 description"/>
          <p:cNvSpPr>
            <a:spLocks noGrp="1"/>
          </p:cNvSpPr>
          <p:nvPr>
            <p:ph type="body" idx="4"/>
          </p:nvPr>
        </p:nvSpPr>
        <p:spPr>
          <a:xfrm>
            <a:off x="1416573" y="3379961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Add one concise sentence explaining this concept and why it matters.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Block 2 heading"/>
          <p:cNvSpPr>
            <a:spLocks noGrp="1"/>
          </p:cNvSpPr>
          <p:nvPr>
            <p:ph type="body" idx="5"/>
          </p:nvPr>
        </p:nvSpPr>
        <p:spPr>
          <a:xfrm>
            <a:off x="9798573" y="2980019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Concept 2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2" name="Block 2 description"/>
          <p:cNvSpPr>
            <a:spLocks noGrp="1"/>
          </p:cNvSpPr>
          <p:nvPr>
            <p:ph type="body" idx="6"/>
          </p:nvPr>
        </p:nvSpPr>
        <p:spPr>
          <a:xfrm>
            <a:off x="9798573" y="3379961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Add one concise sentence explaining this concept and why it matters.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Block 3 heading"/>
          <p:cNvSpPr>
            <a:spLocks noGrp="1"/>
          </p:cNvSpPr>
          <p:nvPr>
            <p:ph type="body" idx="7"/>
          </p:nvPr>
        </p:nvSpPr>
        <p:spPr>
          <a:xfrm>
            <a:off x="1416573" y="4256153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Concept 3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5" name="Block 3 description"/>
          <p:cNvSpPr>
            <a:spLocks noGrp="1"/>
          </p:cNvSpPr>
          <p:nvPr>
            <p:ph type="body" idx="8"/>
          </p:nvPr>
        </p:nvSpPr>
        <p:spPr>
          <a:xfrm>
            <a:off x="1416573" y="4656095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Add one concise sentence explaining this concept and why it matters.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Block 4 heading"/>
          <p:cNvSpPr>
            <a:spLocks noGrp="1"/>
          </p:cNvSpPr>
          <p:nvPr>
            <p:ph type="body" idx="9"/>
          </p:nvPr>
        </p:nvSpPr>
        <p:spPr>
          <a:xfrm>
            <a:off x="9798573" y="4256153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Concept 4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8" name="Block 4 description"/>
          <p:cNvSpPr>
            <a:spLocks noGrp="1"/>
          </p:cNvSpPr>
          <p:nvPr>
            <p:ph type="body" idx="10"/>
          </p:nvPr>
        </p:nvSpPr>
        <p:spPr>
          <a:xfrm>
            <a:off x="9798573" y="4656095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Add one concise sentence explaining this concept and why it matters.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Block 5 heading"/>
          <p:cNvSpPr>
            <a:spLocks noGrp="1"/>
          </p:cNvSpPr>
          <p:nvPr>
            <p:ph type="body" idx="11"/>
          </p:nvPr>
        </p:nvSpPr>
        <p:spPr>
          <a:xfrm>
            <a:off x="1416573" y="5532287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Concept 5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1" name="Block 5 description"/>
          <p:cNvSpPr>
            <a:spLocks noGrp="1"/>
          </p:cNvSpPr>
          <p:nvPr>
            <p:ph type="body" idx="12"/>
          </p:nvPr>
        </p:nvSpPr>
        <p:spPr>
          <a:xfrm>
            <a:off x="1416573" y="5932229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Add one concise sentence explaining this concept and why it matters.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Block 6 heading"/>
          <p:cNvSpPr>
            <a:spLocks noGrp="1"/>
          </p:cNvSpPr>
          <p:nvPr>
            <p:ph type="body" idx="13"/>
          </p:nvPr>
        </p:nvSpPr>
        <p:spPr>
          <a:xfrm>
            <a:off x="9798573" y="5532287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Concept 6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4" name="Block 6 description"/>
          <p:cNvSpPr>
            <a:spLocks noGrp="1"/>
          </p:cNvSpPr>
          <p:nvPr>
            <p:ph type="body" idx="14"/>
          </p:nvPr>
        </p:nvSpPr>
        <p:spPr>
          <a:xfrm>
            <a:off x="9798573" y="5932229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Add one concise sentence explaining this concept and why it matters.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Block 7 heading"/>
          <p:cNvSpPr>
            <a:spLocks noGrp="1"/>
          </p:cNvSpPr>
          <p:nvPr>
            <p:ph type="body" idx="15"/>
          </p:nvPr>
        </p:nvSpPr>
        <p:spPr>
          <a:xfrm>
            <a:off x="1416573" y="6808420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Concept 7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7" name="Block 7 description"/>
          <p:cNvSpPr>
            <a:spLocks noGrp="1"/>
          </p:cNvSpPr>
          <p:nvPr>
            <p:ph type="body" idx="16"/>
          </p:nvPr>
        </p:nvSpPr>
        <p:spPr>
          <a:xfrm>
            <a:off x="1416573" y="7208362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Add one concise sentence explaining this concept and why it matters.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9" name="Block 8 heading"/>
          <p:cNvSpPr>
            <a:spLocks noGrp="1"/>
          </p:cNvSpPr>
          <p:nvPr>
            <p:ph type="body" idx="17"/>
          </p:nvPr>
        </p:nvSpPr>
        <p:spPr>
          <a:xfrm>
            <a:off x="9798573" y="6808420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Concept 8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30" name="Block 8 description"/>
          <p:cNvSpPr>
            <a:spLocks noGrp="1"/>
          </p:cNvSpPr>
          <p:nvPr>
            <p:ph type="body" idx="18"/>
          </p:nvPr>
        </p:nvSpPr>
        <p:spPr>
          <a:xfrm>
            <a:off x="9798573" y="7208362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Add one concise sentence explaining this concept and why it matters.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6 Four Cards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HIGHLIGHTS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Organise four observations or recommendations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9" name="Card 1 text"/>
          <p:cNvSpPr>
            <a:spLocks noGrp="1"/>
          </p:cNvSpPr>
          <p:nvPr>
            <p:ph type="body" idx="3"/>
          </p:nvPr>
        </p:nvSpPr>
        <p:spPr>
          <a:xfrm>
            <a:off x="1428750" y="3637596"/>
            <a:ext cx="7534628" cy="103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Observation 1: Describe a useful insight or recommendation in one or two sentences.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Card 2 text"/>
          <p:cNvSpPr>
            <a:spLocks noGrp="1"/>
          </p:cNvSpPr>
          <p:nvPr>
            <p:ph type="body" idx="4"/>
          </p:nvPr>
        </p:nvSpPr>
        <p:spPr>
          <a:xfrm>
            <a:off x="9544009" y="3803471"/>
            <a:ext cx="7534697" cy="701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Observation 2: Describe a useful insight or recommendation in one or two sentences.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Card 3 text"/>
          <p:cNvSpPr>
            <a:spLocks noGrp="1"/>
          </p:cNvSpPr>
          <p:nvPr>
            <p:ph type="body" idx="5"/>
          </p:nvPr>
        </p:nvSpPr>
        <p:spPr>
          <a:xfrm>
            <a:off x="1428750" y="5565528"/>
            <a:ext cx="7534628" cy="103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Observation 3: Describe a useful insight or recommendation in one or two sentences.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Card 4 text"/>
          <p:cNvSpPr>
            <a:spLocks noGrp="1"/>
          </p:cNvSpPr>
          <p:nvPr>
            <p:ph type="body" idx="6"/>
          </p:nvPr>
        </p:nvSpPr>
        <p:spPr>
          <a:xfrm>
            <a:off x="9544009" y="5565528"/>
            <a:ext cx="7534697" cy="1033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6133"/>
              </a:lnSpc>
              <a:buNone/>
              <a:def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950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Observation 4: Describe a useful insight or recommendation in one or two sentences.</a:t>
            </a:r>
            <a:endParaRPr lang="en-US" sz="1950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7 Two Columns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TWO PERSPECTIVES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Explore a topic from two sides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8" name="Left column points"/>
          <p:cNvSpPr>
            <a:spLocks noGrp="1"/>
          </p:cNvSpPr>
          <p:nvPr>
            <p:ph type="body" idx="3"/>
          </p:nvPr>
        </p:nvSpPr>
        <p:spPr>
          <a:xfrm>
            <a:off x="1247721" y="2848715"/>
            <a:ext cx="7896279" cy="4897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8001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12573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17145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21717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2628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30861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35433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40005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Introduce the first perspective.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Support it with a clear observation.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Explain its practical implications.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Takeaway"/>
          <p:cNvSpPr>
            <a:spLocks noGrp="1"/>
          </p:cNvSpPr>
          <p:nvPr>
            <p:ph type="body" idx="4"/>
          </p:nvPr>
        </p:nvSpPr>
        <p:spPr>
          <a:xfrm>
            <a:off x="1524000" y="8561067"/>
            <a:ext cx="15720060" cy="449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rPr>
              <a:t>Takeaway: State the single most important message you want people to remember.</a:t>
            </a:r>
            <a:endParaRPr lang="en-US" sz="2400" dirty="0">
              <a:solidFill>
                <a:schemeClr val="l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4" name="Right column points">
            <a:extLst>
              <a:ext uri="{FF2B5EF4-FFF2-40B4-BE49-F238E27FC236}">
                <a16:creationId xmlns:a16="http://schemas.microsoft.com/office/drawing/2014/main" id="{92DD54A6-B0C5-6288-4FD5-795D21E9D31D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9420225" y="2848716"/>
            <a:ext cx="7896279" cy="4897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3429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8001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12573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17145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21717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26289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30861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35433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40005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3429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Introduce the second perspective.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Describe a complementary insight.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Explain how the two views connect.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8 Six Detail Blocks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FRAMEWORK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Explain six parts of a framework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8" name="Block 1 heading"/>
          <p:cNvSpPr>
            <a:spLocks noGrp="1"/>
          </p:cNvSpPr>
          <p:nvPr>
            <p:ph type="body" idx="3"/>
          </p:nvPr>
        </p:nvSpPr>
        <p:spPr>
          <a:xfrm>
            <a:off x="1416573" y="3008089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Component 1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9" name="Block 1 description"/>
          <p:cNvSpPr>
            <a:spLocks noGrp="1"/>
          </p:cNvSpPr>
          <p:nvPr>
            <p:ph type="body" idx="4"/>
          </p:nvPr>
        </p:nvSpPr>
        <p:spPr>
          <a:xfrm>
            <a:off x="1416573" y="3408031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Briefly describe this component and its role in the overall framework.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Block 2 heading"/>
          <p:cNvSpPr>
            <a:spLocks noGrp="1"/>
          </p:cNvSpPr>
          <p:nvPr>
            <p:ph type="body" idx="5"/>
          </p:nvPr>
        </p:nvSpPr>
        <p:spPr>
          <a:xfrm>
            <a:off x="9798573" y="3008089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Component 2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2" name="Block 2 description"/>
          <p:cNvSpPr>
            <a:spLocks noGrp="1"/>
          </p:cNvSpPr>
          <p:nvPr>
            <p:ph type="body" idx="6"/>
          </p:nvPr>
        </p:nvSpPr>
        <p:spPr>
          <a:xfrm>
            <a:off x="9798573" y="3408031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Briefly describe this component and its role in the overall framework.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Block 3 heading"/>
          <p:cNvSpPr>
            <a:spLocks noGrp="1"/>
          </p:cNvSpPr>
          <p:nvPr>
            <p:ph type="body" idx="7"/>
          </p:nvPr>
        </p:nvSpPr>
        <p:spPr>
          <a:xfrm>
            <a:off x="1416573" y="4284223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Component 3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5" name="Block 3 description"/>
          <p:cNvSpPr>
            <a:spLocks noGrp="1"/>
          </p:cNvSpPr>
          <p:nvPr>
            <p:ph type="body" idx="8"/>
          </p:nvPr>
        </p:nvSpPr>
        <p:spPr>
          <a:xfrm>
            <a:off x="1416573" y="4684164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Briefly describe this component and its role in the overall framework.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Block 4 heading"/>
          <p:cNvSpPr>
            <a:spLocks noGrp="1"/>
          </p:cNvSpPr>
          <p:nvPr>
            <p:ph type="body" idx="9"/>
          </p:nvPr>
        </p:nvSpPr>
        <p:spPr>
          <a:xfrm>
            <a:off x="9798573" y="4284223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Component 4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8" name="Block 4 description"/>
          <p:cNvSpPr>
            <a:spLocks noGrp="1"/>
          </p:cNvSpPr>
          <p:nvPr>
            <p:ph type="body" idx="10"/>
          </p:nvPr>
        </p:nvSpPr>
        <p:spPr>
          <a:xfrm>
            <a:off x="9798573" y="4684164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Briefly describe this component and its role in the overall framework.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Block 5 heading"/>
          <p:cNvSpPr>
            <a:spLocks noGrp="1"/>
          </p:cNvSpPr>
          <p:nvPr>
            <p:ph type="body" idx="11"/>
          </p:nvPr>
        </p:nvSpPr>
        <p:spPr>
          <a:xfrm>
            <a:off x="1416573" y="5560356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Component 5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1" name="Block 5 description"/>
          <p:cNvSpPr>
            <a:spLocks noGrp="1"/>
          </p:cNvSpPr>
          <p:nvPr>
            <p:ph type="body" idx="12"/>
          </p:nvPr>
        </p:nvSpPr>
        <p:spPr>
          <a:xfrm>
            <a:off x="1416573" y="5960298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Briefly describe this component and its role in the overall framework.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Block 6 heading"/>
          <p:cNvSpPr>
            <a:spLocks noGrp="1"/>
          </p:cNvSpPr>
          <p:nvPr>
            <p:ph type="body" idx="13"/>
          </p:nvPr>
        </p:nvSpPr>
        <p:spPr>
          <a:xfrm>
            <a:off x="9798573" y="5560356"/>
            <a:ext cx="7360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5600"/>
              </a:lnSpc>
              <a:buNone/>
              <a:def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250" b="1" dirty="0">
                <a:solidFill>
                  <a:schemeClr val="accent1"/>
                </a:solidFill>
                <a:latin typeface="+mn-lt"/>
                <a:ea typeface="Georgia" pitchFamily="34" charset="-122"/>
                <a:cs typeface="Georgia" pitchFamily="34" charset="-120"/>
              </a:rPr>
              <a:t>Component 6</a:t>
            </a:r>
            <a:endParaRPr lang="en-US" sz="2250" b="1" dirty="0">
              <a:solidFill>
                <a:schemeClr val="accen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4" name="Block 6 description"/>
          <p:cNvSpPr>
            <a:spLocks noGrp="1"/>
          </p:cNvSpPr>
          <p:nvPr>
            <p:ph type="body" idx="14"/>
          </p:nvPr>
        </p:nvSpPr>
        <p:spPr>
          <a:xfrm>
            <a:off x="9798573" y="5960298"/>
            <a:ext cx="7360920" cy="667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13438"/>
              </a:lnSpc>
              <a:buNone/>
              <a:def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75" dirty="0">
                <a:solidFill>
                  <a:schemeClr val="dk2"/>
                </a:solidFill>
                <a:latin typeface="+mn-lt"/>
                <a:ea typeface="Arial" pitchFamily="34" charset="-122"/>
                <a:cs typeface="Arial" pitchFamily="34" charset="-120"/>
              </a:rPr>
              <a:t>Briefly describe this component and its role in the overall framework.</a:t>
            </a:r>
            <a:endParaRPr lang="en-US" sz="1875" dirty="0">
              <a:solidFill>
                <a:schemeClr val="dk2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Takeaway"/>
          <p:cNvSpPr>
            <a:spLocks noGrp="1"/>
          </p:cNvSpPr>
          <p:nvPr>
            <p:ph type="body" idx="15"/>
          </p:nvPr>
        </p:nvSpPr>
        <p:spPr>
          <a:xfrm>
            <a:off x="1524000" y="8561067"/>
            <a:ext cx="15720060" cy="449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rPr>
              <a:t>Takeaway: Explain how these components work together.</a:t>
            </a:r>
            <a:endParaRPr lang="en-US" sz="2400" dirty="0">
              <a:solidFill>
                <a:schemeClr val="l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9 Bullet Lis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KEY POINTS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Focus on the main points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8" name="Main points"/>
          <p:cNvSpPr>
            <a:spLocks noGrp="1"/>
          </p:cNvSpPr>
          <p:nvPr>
            <p:ph type="body" idx="3"/>
          </p:nvPr>
        </p:nvSpPr>
        <p:spPr>
          <a:xfrm>
            <a:off x="1383030" y="2592745"/>
            <a:ext cx="16001999" cy="4822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8001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12573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17145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21717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2628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30861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35433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40005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Start with the most important point.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Add supporting evidence or a practical example.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Explain a relevant implication or limitation.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6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400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End with a clear action or recommendation.</a:t>
            </a:r>
            <a:endParaRPr lang="en-US" sz="2400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Takeaway"/>
          <p:cNvSpPr>
            <a:spLocks noGrp="1"/>
          </p:cNvSpPr>
          <p:nvPr>
            <p:ph type="body" idx="4"/>
          </p:nvPr>
        </p:nvSpPr>
        <p:spPr>
          <a:xfrm>
            <a:off x="1524000" y="8561067"/>
            <a:ext cx="15720060" cy="449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18800"/>
              </a:lnSpc>
              <a:buNone/>
              <a:def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defRPr>
            </a:pPr>
            <a:r>
              <a:rPr lang="en-US" sz="2400" dirty="0">
                <a:solidFill>
                  <a:schemeClr val="lt1"/>
                </a:solidFill>
                <a:latin typeface="+mn-lt"/>
                <a:ea typeface="Georgia" pitchFamily="34" charset="-122"/>
                <a:cs typeface="Georgia" pitchFamily="34" charset="-120"/>
              </a:rPr>
              <a:t>Takeaway: Distil the list into one memorable sentence.</a:t>
            </a:r>
            <a:endParaRPr lang="en-US" sz="2400" dirty="0">
              <a:solidFill>
                <a:schemeClr val="lt1"/>
              </a:solidFill>
              <a:latin typeface="+mn-lt"/>
              <a:ea typeface="Georgia" pitchFamily="34" charset="-122"/>
              <a:cs typeface="Georgia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0 Case Study + 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label"/>
          <p:cNvSpPr>
            <a:spLocks noGrp="1"/>
          </p:cNvSpPr>
          <p:nvPr>
            <p:ph type="body" idx="1"/>
          </p:nvPr>
        </p:nvSpPr>
        <p:spPr>
          <a:xfrm>
            <a:off x="1847769" y="880589"/>
            <a:ext cx="10972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DISCUSSION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lide title"/>
          <p:cNvSpPr>
            <a:spLocks noGrp="1"/>
          </p:cNvSpPr>
          <p:nvPr>
            <p:ph type="title" idx="0"/>
          </p:nvPr>
        </p:nvSpPr>
        <p:spPr>
          <a:xfrm>
            <a:off x="1143000" y="1387958"/>
            <a:ext cx="16554450" cy="646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defPPr>
            <a:lvl1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1pPr>
            <a:lvl2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2pPr>
            <a:lvl3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3pPr>
            <a:lvl4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4pPr>
            <a:lvl5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5pPr>
            <a:lvl6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6pPr>
            <a:lvl7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7pPr>
            <a:lvl8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8pPr>
            <a:lvl9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lvl9pPr>
          </a:lstStyle>
          <a:p>
            <a:pPr marL="0" indent="0" algn="l">
              <a:lnSpc>
                <a:spcPct val="100320"/>
              </a:lnSpc>
              <a:buNone/>
              <a:def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defRPr>
            </a:pPr>
            <a:r>
              <a:rPr lang="en-US" sz="4200" kern="0" spc="-34" dirty="0">
                <a:solidFill>
                  <a:schemeClr val="dk1"/>
                </a:solidFill>
                <a:latin typeface="+mj-lt"/>
                <a:ea typeface="Georgia" pitchFamily="34" charset="-122"/>
                <a:cs typeface="Georgia" pitchFamily="34" charset="-120"/>
              </a:rPr>
              <a:t>Present a case and invite discussion</a:t>
            </a:r>
            <a:endParaRPr lang="en-US" sz="4200" kern="0" spc="-34" dirty="0">
              <a:solidFill>
                <a:schemeClr val="dk1"/>
              </a:solidFill>
              <a:latin typeface="+mj-lt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8" name="Case label"/>
          <p:cNvSpPr>
            <a:spLocks noGrp="1"/>
          </p:cNvSpPr>
          <p:nvPr>
            <p:ph type="body" idx="3"/>
          </p:nvPr>
        </p:nvSpPr>
        <p:spPr>
          <a:xfrm>
            <a:off x="1600173" y="3541230"/>
            <a:ext cx="6400800" cy="254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500" b="1" kern="0" spc="210" dirty="0">
                <a:solidFill>
                  <a:schemeClr val="lt1">
                    <a:alpha val="85000"/>
                  </a:schemeClr>
                </a:solidFill>
                <a:latin typeface="+mn-lt"/>
                <a:ea typeface="Arial" pitchFamily="34" charset="-122"/>
                <a:cs typeface="Arial" pitchFamily="34" charset="-120"/>
              </a:rPr>
              <a:t>SCENARIO</a:t>
            </a:r>
            <a:endParaRPr lang="en-US" sz="1500" b="1" kern="0" spc="210" dirty="0">
              <a:solidFill>
                <a:schemeClr val="lt1">
                  <a:alpha val="85000"/>
                </a:schemeClr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Case narrative"/>
          <p:cNvSpPr>
            <a:spLocks noGrp="1"/>
          </p:cNvSpPr>
          <p:nvPr>
            <p:ph type="body" idx="4"/>
          </p:nvPr>
        </p:nvSpPr>
        <p:spPr>
          <a:xfrm>
            <a:off x="1600173" y="3967217"/>
            <a:ext cx="7063809" cy="4203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def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rPr>
              <a:t>Describe a person, team, or situation relevant to your audience. Include enough context to make the scenario concrete.</a:t>
            </a:r>
            <a:endParaRPr lang="en-US" sz="2100" dirty="0">
              <a:solidFill>
                <a:schemeClr val="lt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rPr>
              <a:t/>
            </a:r>
            <a:endParaRPr lang="en-US" sz="2100" dirty="0">
              <a:solidFill>
                <a:schemeClr val="lt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23200"/>
              </a:lnSpc>
              <a:buNone/>
              <a:def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100" dirty="0">
                <a:solidFill>
                  <a:schemeClr val="lt1"/>
                </a:solidFill>
                <a:latin typeface="+mn-lt"/>
                <a:ea typeface="Arial" pitchFamily="34" charset="-122"/>
                <a:cs typeface="Arial" pitchFamily="34" charset="-120"/>
              </a:rPr>
              <a:t>Explain the challenge, the constraints, and what has already been tried. End with a decision or question for the group to explore.</a:t>
            </a:r>
            <a:endParaRPr lang="en-US" sz="2100" dirty="0">
              <a:solidFill>
                <a:schemeClr val="l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Discussion label"/>
          <p:cNvSpPr>
            <a:spLocks noGrp="1"/>
          </p:cNvSpPr>
          <p:nvPr>
            <p:ph type="body" idx="5"/>
          </p:nvPr>
        </p:nvSpPr>
        <p:spPr>
          <a:xfrm>
            <a:off x="10077355" y="3112058"/>
            <a:ext cx="6400800" cy="29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0" indent="0" algn="l">
              <a:buNone/>
              <a:def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1800" b="1" kern="0" spc="324" dirty="0">
                <a:solidFill>
                  <a:schemeClr val="accent1"/>
                </a:solidFill>
                <a:latin typeface="+mn-lt"/>
                <a:ea typeface="Arial" pitchFamily="34" charset="-122"/>
                <a:cs typeface="Arial" pitchFamily="34" charset="-120"/>
              </a:rPr>
              <a:t>CONSIDER</a:t>
            </a:r>
            <a:endParaRPr lang="en-US" sz="1800" b="1" kern="0" spc="324" dirty="0">
              <a:solidFill>
                <a:schemeClr val="accent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Discussion prompts"/>
          <p:cNvSpPr>
            <a:spLocks noGrp="1"/>
          </p:cNvSpPr>
          <p:nvPr>
            <p:ph type="body" idx="6"/>
          </p:nvPr>
        </p:nvSpPr>
        <p:spPr>
          <a:xfrm>
            <a:off x="9420225" y="3668518"/>
            <a:ext cx="7724775" cy="4931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defPPr marL="3429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defPPr>
            <a:lvl1pPr marL="3429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1pPr>
            <a:lvl2pPr marL="8001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2pPr>
            <a:lvl3pPr marL="12573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3pPr>
            <a:lvl4pPr marL="17145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4pPr>
            <a:lvl5pPr marL="21717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5pPr>
            <a:lvl6pPr marL="26289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6pPr>
            <a:lvl7pPr marL="30861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7pPr>
            <a:lvl8pPr marL="35433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8pPr>
            <a:lvl9pPr marL="40005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lvl9pPr>
          </a:lstStyle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What stands out?</a:t>
            </a:r>
            <a:endParaRPr lang="en-US" sz="2025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What information is missing?</a:t>
            </a:r>
            <a:endParaRPr lang="en-US" sz="2025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Which assumptions should we question?</a:t>
            </a:r>
            <a:endParaRPr lang="en-US" sz="2025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What alternatives could we consider?</a:t>
            </a:r>
            <a:endParaRPr lang="en-US" sz="2025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pPr marL="342900" indent="-342900" algn="l">
              <a:lnSpc>
                <a:spcPct val="150000"/>
              </a:lnSpc>
              <a:spcAft>
                <a:spcPts val="600"/>
              </a:spcAft>
              <a:buSzPct val="115000"/>
              <a:buFont typeface="Georgia"/>
              <a:buChar char="▪"/>
              <a:def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defRPr>
            </a:pPr>
            <a:r>
              <a:rPr lang="en-US" sz="2025" dirty="0">
                <a:solidFill>
                  <a:schemeClr val="dk1"/>
                </a:solidFill>
                <a:latin typeface="+mn-lt"/>
                <a:ea typeface="Arial" pitchFamily="34" charset="-122"/>
                <a:cs typeface="Arial" pitchFamily="34" charset="-120"/>
              </a:rPr>
              <a:t>What would you recommend next?</a:t>
            </a:r>
            <a:endParaRPr lang="en-US" sz="2025" dirty="0">
              <a:solidFill>
                <a:schemeClr val="dk1"/>
              </a:solidFill>
              <a:latin typeface="+mn-lt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al Editorial">
  <a:themeElements>
    <a:clrScheme name="Teal Editorial">
      <a:dk1>
        <a:srgbClr val="1C2A2E"/>
      </a:dk1>
      <a:lt1>
        <a:srgbClr val="FFFFFF"/>
      </a:lt1>
      <a:dk2>
        <a:srgbClr val="55676C"/>
      </a:dk2>
      <a:lt2>
        <a:srgbClr val="F4F6F7"/>
      </a:lt2>
      <a:accent1>
        <a:srgbClr val="1C565D"/>
      </a:accent1>
      <a:accent2>
        <a:srgbClr val="528B8E"/>
      </a:accent2>
      <a:accent3>
        <a:srgbClr val="ADD3D5"/>
      </a:accent3>
      <a:accent4>
        <a:srgbClr val="E4D6BA"/>
      </a:accent4>
      <a:accent5>
        <a:srgbClr val="0A3A41"/>
      </a:accent5>
      <a:accent6>
        <a:srgbClr val="E7EEF0"/>
      </a:accent6>
      <a:hlink>
        <a:srgbClr val="1C565D"/>
      </a:hlink>
      <a:folHlink>
        <a:srgbClr val="528B8E"/>
      </a:folHlink>
    </a:clrScheme>
    <a:fontScheme name="Georgia Editorial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Teal Editorial Presentation Template</dc:title>
</cp:coreProperties>
</file>